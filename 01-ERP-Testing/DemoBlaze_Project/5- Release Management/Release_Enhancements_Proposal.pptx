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440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4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38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35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9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830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779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996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118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1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279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915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712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114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7000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8056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979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7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58975"/>
            <a:ext cx="7772400" cy="1470025"/>
          </a:xfrm>
        </p:spPr>
        <p:txBody>
          <a:bodyPr/>
          <a:lstStyle/>
          <a:p>
            <a:r>
              <a:rPr dirty="0"/>
              <a:t>Release Enhancements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2800" dirty="0" err="1"/>
              <a:t>DemoBlaze</a:t>
            </a:r>
            <a:r>
              <a:rPr sz="2800" dirty="0"/>
              <a:t> E-commerce Website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Current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Critical defect: order with empty cart</a:t>
            </a:r>
          </a:p>
          <a:p>
            <a:r>
              <a:rPr dirty="0"/>
              <a:t>- Adding to cart without login</a:t>
            </a:r>
          </a:p>
          <a:p>
            <a:r>
              <a:rPr dirty="0"/>
              <a:t>- Missing search bar</a:t>
            </a:r>
          </a:p>
          <a:p>
            <a:r>
              <a:rPr dirty="0"/>
              <a:t>- No profile icon after login</a:t>
            </a:r>
          </a:p>
          <a:p>
            <a:r>
              <a:rPr dirty="0"/>
              <a:t>- Weak order confirmation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Fix order/cart validation</a:t>
            </a:r>
          </a:p>
          <a:p>
            <a:r>
              <a:t>- Restrict cart to logged-in users</a:t>
            </a:r>
          </a:p>
          <a:p>
            <a:r>
              <a:t>- Add product search functionality</a:t>
            </a:r>
          </a:p>
          <a:p>
            <a:r>
              <a:t>- Add profile icon &amp; logged-in status indicator</a:t>
            </a:r>
          </a:p>
          <a:p>
            <a:r>
              <a:t>- Improve order confirmation with details &amp; order 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Fixing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Better user experience</a:t>
            </a:r>
          </a:p>
          <a:p>
            <a:r>
              <a:t>- Prevent revenue loss from invalid orders</a:t>
            </a:r>
          </a:p>
          <a:p>
            <a:r>
              <a:t>- Higher customer satisfaction</a:t>
            </a:r>
          </a:p>
          <a:p>
            <a:r>
              <a:t>- Increased trust in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Prioritize defects in next sprint</a:t>
            </a:r>
          </a:p>
          <a:p>
            <a:r>
              <a:t>- Assign dev resources</a:t>
            </a:r>
          </a:p>
          <a:p>
            <a:r>
              <a:t>- Re-test critical flows before release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27</TotalTime>
  <Words>113</Words>
  <Application>Microsoft Office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Garamond</vt:lpstr>
      <vt:lpstr>Organic</vt:lpstr>
      <vt:lpstr>Release Enhancements Proposal</vt:lpstr>
      <vt:lpstr>Current Issues</vt:lpstr>
      <vt:lpstr>Proposed Enhancements</vt:lpstr>
      <vt:lpstr>Benefits of Fixing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Release Enhancements Proposal</dc:title>
  <dc:subject/>
  <dc:creator>Mohamed Ashraf</dc:creator>
  <cp:keywords/>
  <dc:description>generated using python-pptx</dc:description>
  <cp:lastModifiedBy>Mohamed Ashraf</cp:lastModifiedBy>
  <cp:revision>2</cp:revision>
  <dcterms:created xsi:type="dcterms:W3CDTF">2013-01-27T09:14:16Z</dcterms:created>
  <dcterms:modified xsi:type="dcterms:W3CDTF">2025-09-20T13:38:00Z</dcterms:modified>
  <cp:category/>
</cp:coreProperties>
</file>